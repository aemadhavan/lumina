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</a:defRPr>
            </a:pPr>
            <a:r>
              <a:t>MODULE 3: PRODUCTION AGENTIC RAG AI SYSTEMS</a:t>
            </a:r>
          </a:p>
          <a:p>
            <a:pPr>
              <a:spcAft>
                <a:spcPts val="1800"/>
              </a:spcAft>
              <a:defRPr sz="3600" b="1">
                <a:solidFill>
                  <a:srgbClr val="F8FAFC"/>
                </a:solidFill>
              </a:defRPr>
            </a:pPr>
            <a:r>
              <a:t>From Plan to Implementation:</a:t>
            </a:r>
            <a:br/>
            <a:r>
              <a:t>Agentic Router &amp; Sub-Query Division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A complete engineering walkthrough: Architecture, Agile Stories, Hybrid Retrieval, RBAC Security &amp; Role-Aware Semantic Caching.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PRODUCTION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Summary: Moving from Static to Agentic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1. The Problem with Static RAG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Single static pipeline treats every query identically.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Cannot decide where information lives (docs vs finance vs live web).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Fails on compound queries requiring multi-domain sources.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Lacks identity awareness and security boundary enforcement.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2. The Agentic Solution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Agency: Reasoning precedes retrieval and generation.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LLM-powered Router dynamically dispatches to specialized stores.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Role-Based Access Control (RBAC) gates access prior to search.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Compound query decomposition into parallel sub-tasks.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3. Assignment Deliverables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Part 1 (Required): sub_queries decomposition, multi-route execution, and citation preservation.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Bonus: RoleAwareSemanticCache with zero cross-role data leaks.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Execution: 100% test-verified notebook executed top-to-bottom.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PRODUCTION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Architecture: End-to-End Decision &amp; Retrieval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1. Router Agent (LLM Brain)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Uses gpt-5.6-luna / GPT-4o with structured JSON schema.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Evaluates query intent and emits action: OPENAI_QUERY, 10K_DOCUMENT_QUERY, or INTERNET_QUERY.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Includes defensive regex parser to handle malformed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2. Security Gatekeeper (RBAC)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Evaluates user role against strict allow-lists before any tool call.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Alice (Engineer): allowed Docs + Internet; blocked from 10-K.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Bob (Finance Analyst): allowed Docs + 10-K; blocked from Internet.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Unknown users rejected immediately.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3. Hybrid Retrieval Engine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Qdrant Vector DB: nomic-embed-text-v1.5 embeddings for opnai_data and 10k_data.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SerpApi Tool: Google Search fetching direct answers and top 5 organic result snippets.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Async connection handling with nest_asyncio.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97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4. Synthesis &amp; Grounding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Grounded response generator citing source chunks as [1], [2].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Multi-query synthesizer merging disparate sub-answers into one cohesive response.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Guarantees 100% preservation of all citations and links.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PRODUCTION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Engineering Plan: 10 User Stories across GitHub Project #5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Phase 1 &amp; 2: Core Infrastructure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US-01 (#2): Environment, API credentials, Qdrant stores &amp; Nomic embeddings.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US-02 (#3): Live Internet tool with SerpApi structured extraction.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US-03 (#4): LLM-powered query router with JSON error recovery.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US-04 (#5): Qdrant vector retrieval and [1], [2] citation generator.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US-05 (#6): Baseline agentic_rag orchestrator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Phase 3 &amp; 4: Security &amp; Assignment Core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US-06 (#7): Role-Based Access Control gatekeeper.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US-07 (#8): Defensive sub-query decomposition engine.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US-08 (#9): Multi-route execution &amp; citation synthesis (Part 1 Core).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US-09 (#10): End-to-end notebook execution &amp; verification.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US-10 (#11): Role-Aware Semantic Caching &amp; anti-leak self-check.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PRODUCTION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Part 1 Deep Dive: Defensive Sub-Query Decomposition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The Decomposition Strategy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Prompt design instructs LLM to output strict JSON: {'subQuestions': [...]}.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Evaluates whether query has multiple distinct intents or is single-topic.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Defensive Parsing Architecture: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1. Strips markdown fences (```json ... ```).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2. Regex scans for root JSON object {.*}.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3. Validates non-empty question list.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4. Fallback: on any error, safely returns [original_query].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Verification Against Test Matrix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Single Query Test: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'what was uber revenue in 2021?' -&gt; 1 sub-query (Fast-pathed).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Same-Domain Compound Test: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'what was lyft revenue in 2021 and what was uber revenue in 2021' -&gt; 2 sub-queries, both routed to 10K_DOCUMENT_QUERY.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Cross-Domain Compound Test: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'what was uber's 2021 revenue and what are the newest LLMs?' -&gt; 2 sub-queries: 10K_DOCUMENT_QUERY + INTERNET_QUERY.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PRODUCTION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Part 1 Deep Dive: Multi-Route Execution &amp; Synthesis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Execution Engine (agentic_rag_multi)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Step 1: Decompose compound query via split_query.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Step 2: Fast-path single questions directly to agentic_rag without extra LLM synthesis overhead.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Step 3: Route and execute each sub-query independently: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 Sub-queries legitimately land on different sources.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 Handlers execute with async/sync isolation.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Step 4: Collect per-sub-query results into structured context blocks.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Citation-Preserving Synthesis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Non-Negotiable Requirement: All citations ([1], [2], URLs) must be preserved in the composite output.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Dedicated Synthesizer Prompt: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 Blends disparate sub-answers into one cohesive structure.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 Uses markdown headings and bulleted financial metrics.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 Retains organic web links alongside SEC filing citations.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Eliminates hallucination by constraining to retrieved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PRODUCTION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Security: Role-Based Access Control Gatekeeper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RBAC Architecture &amp; Allow-Lists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Role Definition (Identity Provider abstraction):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 alice: engineer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 bob: finance_analyst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 carol: unknown user (immediate rejection)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Permission Allow-Lists: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 engineer: {OPENAI_QUERY, INTERNET_QUERY}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 finance_analyst: {OPENAI_QUERY, 10K_DOCUMENT_QUERY}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Gatekeeper Principle: Gate before retrieval.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No embeddings or vector search execute if unauthorized.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Enforcement Verification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Alice asks 10-K financial revenue: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-&gt; Router identifies 10K_DOCUMENT_QUERY.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-&gt; RBAC blocks request: ACCESS DENIED.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Bob asks live internet search: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-&gt; Router identifies INTERNET_QUERY.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-&gt; RBAC blocks request: ACCESS DENIED.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Carol asks OpenAI docs: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-&gt; Unknown identity blocked before routing runs.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Authorized requests proceed to grounded generation.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PRODUCTION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Bonus Feature: Role-Aware Semantic Cache without Leaks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The Data Leak Vulnerability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The Problem with Naive Semantic Caching: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 Cache keyed solely on query text serves cached data across users.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 Bob (Finance) queries Uber revenue -&gt; cached.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 Alice (Engineer) asks same question -&gt; naive cache serves Bob's finance answer without checking RBAC!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Architectural Solution: Partitioned Cache.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 Separate cache namespaces per role: self.partitions[role].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- Cosine distance threshold = 0.2 on 768-dim embeddings.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Strict Order of Operations &amp; Tests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Mandatory Execution Pipeline: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Identity -&gt; Route -&gt; RBAC Gate -&gt; Cache Check -&gt; Pipeline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Crucial Rule: Denials must NEVER be cached or checked.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Passed all 6 assertions in run_self_check():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1. Bob first ask: MISS -&gt; cached.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2. Bob repeat ask: HIT.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3. Alice asks finance: DENIED (Zero leak!).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4. Alice asks paraphrase: DENIED (No vector match).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 5. Carol: DENIED. Alice shared doc: MISS -&gt; HIT.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PRODUCTION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Validation: Complete Benchmark &amp; Test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End-to-End Execution Summary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Test 1 (Single Query): 'what was uber revenue in 2021?' -&gt; 1 sub-query, fast-pathed, returned $17.455 billion [1].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Test 2 (Compound 10-K): 'what was lyft revenue in 2021 and what was uber revenue in 2021' -&gt; 2 sub-queries, both routed to 10-K filings, synthesized: Lyft ($4.095B [1]) &amp; Uber ($17.455B [1]).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Test 3 (Cross-Domain): 'what was uber's 2021 revenue and what are the newest LLMs?' -&gt; Decomposed into 10K + SerpApi; synthesized response preserving exact financial citations and all 5 web sources.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Test 4 (RBAC Security): Complete permission enforcement verified across Alice, Bob, and Carol.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Test 5 (Semantic Cache): 100% pass on run_self_check() proving zero cross-role data leaks.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Test 6 (Notebook Execution): 50 cells converted and executed top-to-bottom via nbconvert without errors.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PRODUCTION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Key Architectural Takeaways for Production Agentic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1. Agency &amp; Decoupling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Decouple decision-making from retrieval tools.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Routers allow specialized stores to scale independently.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Compound queries require decomposition rather than monolithic 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2. Security by Design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Access checks must sit before retrieval and before caching.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Never assume an LLM prompt alone guarantees authorization.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Cache partitioning prevents catastrophic cross-role data leakage.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3. Robust Grounding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Synthesize from indexed chunks and organic pages, not unverified snippets.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Preserve end-to-end provenance with explicit citations.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Traceability is what makes enterprise RAG trustworthy.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